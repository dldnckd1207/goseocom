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54E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 autoAdjust="0"/>
    <p:restoredTop sz="94558" autoAdjust="0"/>
  </p:normalViewPr>
  <p:slideViewPr>
    <p:cSldViewPr>
      <p:cViewPr varScale="1">
        <p:scale>
          <a:sx n="90" d="100"/>
          <a:sy n="90" d="100"/>
        </p:scale>
        <p:origin x="832" y="2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B90639D8-7F27-A915-C613-859B2AD8FEC8}"/>
              </a:ext>
            </a:extLst>
          </p:cNvPr>
          <p:cNvSpPr/>
          <p:nvPr/>
        </p:nvSpPr>
        <p:spPr>
          <a:xfrm>
            <a:off x="736600" y="1981200"/>
            <a:ext cx="2362200" cy="1981200"/>
          </a:xfrm>
          <a:prstGeom prst="rect">
            <a:avLst/>
          </a:prstGeom>
          <a:solidFill>
            <a:srgbClr val="254E7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b="1" dirty="0">
                <a:latin typeface="+mj-ea"/>
                <a:ea typeface="+mj-ea"/>
              </a:rPr>
              <a:t>OOO</a:t>
            </a:r>
          </a:p>
          <a:p>
            <a:pPr algn="ctr"/>
            <a:r>
              <a:rPr kumimoji="1" lang="en-US" altLang="ko-KR" sz="2800" b="1" dirty="0">
                <a:latin typeface="+mj-ea"/>
                <a:ea typeface="+mj-ea"/>
              </a:rPr>
              <a:t>(PM &amp; AI Pipeline)</a:t>
            </a:r>
            <a:endParaRPr kumimoji="1" lang="ko-KR" altLang="en-US" sz="2800" b="1" dirty="0">
              <a:latin typeface="+mj-ea"/>
              <a:ea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049B7E8-9167-4CF8-9CC2-BA5E7A8DD39A}"/>
              </a:ext>
            </a:extLst>
          </p:cNvPr>
          <p:cNvSpPr/>
          <p:nvPr/>
        </p:nvSpPr>
        <p:spPr>
          <a:xfrm>
            <a:off x="736600" y="6466114"/>
            <a:ext cx="2362200" cy="1981200"/>
          </a:xfrm>
          <a:prstGeom prst="rect">
            <a:avLst/>
          </a:prstGeom>
          <a:solidFill>
            <a:srgbClr val="254E7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b="1" dirty="0">
                <a:latin typeface="+mj-ea"/>
                <a:ea typeface="+mj-ea"/>
              </a:rPr>
              <a:t>OOO</a:t>
            </a:r>
          </a:p>
          <a:p>
            <a:pPr algn="ctr"/>
            <a:r>
              <a:rPr kumimoji="1" lang="en-US" altLang="ko-KR" sz="2800" b="1" dirty="0">
                <a:latin typeface="+mj-ea"/>
                <a:ea typeface="+mj-ea"/>
              </a:rPr>
              <a:t>(Backend)</a:t>
            </a:r>
            <a:endParaRPr kumimoji="1" lang="ko-KR" altLang="en-US" sz="2800" b="1" dirty="0">
              <a:latin typeface="+mj-ea"/>
              <a:ea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5BF5C50-AABF-6C2D-5152-9FDDD9A3FADA}"/>
              </a:ext>
            </a:extLst>
          </p:cNvPr>
          <p:cNvSpPr/>
          <p:nvPr/>
        </p:nvSpPr>
        <p:spPr>
          <a:xfrm>
            <a:off x="736600" y="4223657"/>
            <a:ext cx="2362200" cy="1981200"/>
          </a:xfrm>
          <a:prstGeom prst="rect">
            <a:avLst/>
          </a:prstGeom>
          <a:solidFill>
            <a:srgbClr val="254E7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b="1" dirty="0">
                <a:latin typeface="+mj-ea"/>
                <a:ea typeface="+mj-ea"/>
              </a:rPr>
              <a:t>OOO</a:t>
            </a:r>
          </a:p>
          <a:p>
            <a:pPr algn="ctr"/>
            <a:r>
              <a:rPr kumimoji="1" lang="en-US" altLang="ko-KR" sz="2800" b="1" dirty="0">
                <a:latin typeface="+mj-ea"/>
                <a:ea typeface="+mj-ea"/>
              </a:rPr>
              <a:t>(Backend)</a:t>
            </a:r>
            <a:endParaRPr kumimoji="1" lang="ko-KR" altLang="en-US" sz="2800" b="1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15</Words>
  <Application>Microsoft Macintosh PowerPoint</Application>
  <PresentationFormat>사용자 지정</PresentationFormat>
  <Paragraphs>6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MinSe Shin</cp:lastModifiedBy>
  <cp:revision>2</cp:revision>
  <dcterms:created xsi:type="dcterms:W3CDTF">2006-08-16T00:00:00Z</dcterms:created>
  <dcterms:modified xsi:type="dcterms:W3CDTF">2026-04-02T14:53:07Z</dcterms:modified>
</cp:coreProperties>
</file>